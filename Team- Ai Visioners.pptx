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5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2C62E6-9E9B-48A1-A0D9-71031626B7A7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B1924D-73B9-4DD0-A8EC-3EA59D2E8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0158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7D86E-A306-44DD-B3DB-530934D619A3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E5AB4-81DB-4E9A-935F-1B0274EBF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9665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7D86E-A306-44DD-B3DB-530934D619A3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E5AB4-81DB-4E9A-935F-1B0274EBF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6312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7D86E-A306-44DD-B3DB-530934D619A3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E5AB4-81DB-4E9A-935F-1B0274EBF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241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7D86E-A306-44DD-B3DB-530934D619A3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E5AB4-81DB-4E9A-935F-1B0274EBF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454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7D86E-A306-44DD-B3DB-530934D619A3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E5AB4-81DB-4E9A-935F-1B0274EBF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811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7D86E-A306-44DD-B3DB-530934D619A3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E5AB4-81DB-4E9A-935F-1B0274EBF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2984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7D86E-A306-44DD-B3DB-530934D619A3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E5AB4-81DB-4E9A-935F-1B0274EBF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966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7D86E-A306-44DD-B3DB-530934D619A3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E5AB4-81DB-4E9A-935F-1B0274EBF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790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21C7D86E-A306-44DD-B3DB-530934D619A3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E8BE5AB4-81DB-4E9A-935F-1B0274EBF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342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7D86E-A306-44DD-B3DB-530934D619A3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E5AB4-81DB-4E9A-935F-1B0274EBF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53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7D86E-A306-44DD-B3DB-530934D619A3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E5AB4-81DB-4E9A-935F-1B0274EBF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5765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7D86E-A306-44DD-B3DB-530934D619A3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E5AB4-81DB-4E9A-935F-1B0274EBF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73961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7D86E-A306-44DD-B3DB-530934D619A3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E5AB4-81DB-4E9A-935F-1B0274EBF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6174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7D86E-A306-44DD-B3DB-530934D619A3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E5AB4-81DB-4E9A-935F-1B0274EBF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57484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7D86E-A306-44DD-B3DB-530934D619A3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E5AB4-81DB-4E9A-935F-1B0274EBF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0140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7D86E-A306-44DD-B3DB-530934D619A3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E5AB4-81DB-4E9A-935F-1B0274EBF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4629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7D86E-A306-44DD-B3DB-530934D619A3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E5AB4-81DB-4E9A-935F-1B0274EBF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718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21C7D86E-A306-44DD-B3DB-530934D619A3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E8BE5AB4-81DB-4E9A-935F-1B0274EBF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5010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F2025B-6390-7E3B-BA29-5B342D568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Team- Ai Visioners</a:t>
            </a:r>
            <a:br>
              <a:rPr lang="en-IN" dirty="0"/>
            </a:br>
            <a:br>
              <a:rPr lang="en-IN" dirty="0"/>
            </a:br>
            <a:r>
              <a:rPr lang="en-IN" b="1" i="1" u="sng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Emotion age and gender detection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D3FED2-4A3C-A68A-DD6F-9181A3902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solidFill>
                  <a:schemeClr val="tx1">
                    <a:lumMod val="95000"/>
                  </a:schemeClr>
                </a:solidFill>
              </a:rPr>
              <a:t>Subject-CSET301(AIML)</a:t>
            </a:r>
          </a:p>
          <a:p>
            <a:r>
              <a:rPr lang="en-IN" sz="2800" dirty="0">
                <a:solidFill>
                  <a:schemeClr val="tx1">
                    <a:lumMod val="95000"/>
                  </a:schemeClr>
                </a:solidFill>
              </a:rPr>
              <a:t>Professor-</a:t>
            </a:r>
            <a:r>
              <a:rPr lang="en-IN" sz="2800" dirty="0" err="1">
                <a:solidFill>
                  <a:schemeClr val="tx1">
                    <a:lumMod val="95000"/>
                  </a:schemeClr>
                </a:solidFill>
              </a:rPr>
              <a:t>Dr.Tarandeep</a:t>
            </a:r>
            <a:r>
              <a:rPr lang="en-IN" sz="2800" dirty="0">
                <a:solidFill>
                  <a:schemeClr val="tx1">
                    <a:lumMod val="95000"/>
                  </a:schemeClr>
                </a:solidFill>
              </a:rPr>
              <a:t> Singh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B53AD2-BEA6-0E37-ECCD-A7989DDBFE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9467" y="3031067"/>
            <a:ext cx="4893733" cy="291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530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0BB07-585D-A6D6-21DA-DEAA475F7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96646"/>
            <a:ext cx="9905998" cy="1905000"/>
          </a:xfrm>
        </p:spPr>
        <p:txBody>
          <a:bodyPr>
            <a:normAutofit/>
          </a:bodyPr>
          <a:lstStyle/>
          <a:p>
            <a:pPr algn="ctr"/>
            <a:r>
              <a:rPr lang="en-IN" sz="4800" b="1" dirty="0">
                <a:latin typeface="Abadi Extra Light" panose="020B0204020104020204" pitchFamily="34" charset="0"/>
              </a:rPr>
              <a:t>Why need For this 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1A02DB7-B398-27F9-DE4C-C05B647549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891" y="1908996"/>
            <a:ext cx="12268102" cy="3669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Increasing demand for AI in real-time human behavior analysis.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Helps in tailoring user experiences based on emotional and demographic data.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Useful in surveillance, healthcare, education, and marketing industries.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Enhances human-computer interaction with more personalized responses.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Can support mental health monitoring by detecting distress through facial cues.</a:t>
            </a:r>
          </a:p>
        </p:txBody>
      </p:sp>
    </p:spTree>
    <p:extLst>
      <p:ext uri="{BB962C8B-B14F-4D97-AF65-F5344CB8AC3E}">
        <p14:creationId xmlns:p14="http://schemas.microsoft.com/office/powerpoint/2010/main" val="612787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A9963-B2F7-50D7-37DA-B6565A89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7830" y="-129406"/>
            <a:ext cx="7469459" cy="2201332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Our Mission with This Project</a:t>
            </a:r>
            <a:endParaRPr lang="en-IN" sz="36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C5D1659-76CB-5788-E105-5139741F1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95414"/>
            <a:ext cx="11942372" cy="2932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Develop an AI-based system capable of predicting age, gender, and emotion from a </a:t>
            </a: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   single face scan.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Combine deep learning with computer vision for accurate and real-time predictions.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Create a low-cost, accessible solution for educational and practical applications.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Ensure the model is robust enough for diverse faces and environments.</a:t>
            </a:r>
          </a:p>
        </p:txBody>
      </p:sp>
    </p:spTree>
    <p:extLst>
      <p:ext uri="{BB962C8B-B14F-4D97-AF65-F5344CB8AC3E}">
        <p14:creationId xmlns:p14="http://schemas.microsoft.com/office/powerpoint/2010/main" val="728206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23AFF-6C8F-4E53-B440-F3852B139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82404"/>
            <a:ext cx="9905998" cy="1345927"/>
          </a:xfrm>
        </p:spPr>
        <p:txBody>
          <a:bodyPr>
            <a:normAutofit/>
          </a:bodyPr>
          <a:lstStyle/>
          <a:p>
            <a:pPr algn="ctr"/>
            <a:r>
              <a:rPr lang="en-IN" sz="3600" dirty="0"/>
              <a:t>How It Works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BA94F2-2972-59F6-6F0F-05F5561857D3}"/>
              </a:ext>
            </a:extLst>
          </p:cNvPr>
          <p:cNvSpPr txBox="1"/>
          <p:nvPr/>
        </p:nvSpPr>
        <p:spPr>
          <a:xfrm>
            <a:off x="5638800" y="2974258"/>
            <a:ext cx="6179574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D284D21-2D77-CA8A-5BE0-6577C15F3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271" y="1960287"/>
            <a:ext cx="11278729" cy="3252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 Light" panose="020B0204020104020204" pitchFamily="34" charset="0"/>
              </a:rPr>
              <a:t>Extracted face is preprocessed (grayscale, resized to 48x48 pixels).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 Light" panose="020B0204020104020204" pitchFamily="34" charset="0"/>
              </a:rPr>
              <a:t>Three separate CNN models are used for predicting age, gender, and emotion.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 Light" panose="020B0204020104020204" pitchFamily="34" charset="0"/>
              </a:rPr>
              <a:t>Real-time results are displayed with bounding boxes and prediction labels.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 Light" panose="020B0204020104020204" pitchFamily="34" charset="0"/>
              </a:rPr>
              <a:t>All processing is done locally, ensuring quick response time.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 Light" panose="020B0204020104020204" pitchFamily="34" charset="0"/>
              </a:rPr>
              <a:t>Uses OpenCV to capture video and detect faces.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F081DE-1860-B311-C68D-7FCBAA04A1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4480" y="447368"/>
            <a:ext cx="272415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992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4CDB7-6C4D-0910-2180-EDF848505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08156"/>
            <a:ext cx="9905998" cy="1386348"/>
          </a:xfrm>
        </p:spPr>
        <p:txBody>
          <a:bodyPr>
            <a:normAutofit/>
          </a:bodyPr>
          <a:lstStyle/>
          <a:p>
            <a:pPr algn="ctr"/>
            <a:r>
              <a:rPr lang="en-IN" sz="3600" dirty="0"/>
              <a:t>Difficulties During Development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BA8DC67-A3B7-D559-C806-58DBC9836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297" y="1754110"/>
            <a:ext cx="11357789" cy="4275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 Light" panose="020B0204020104020204" pitchFamily="34" charset="0"/>
              </a:rPr>
              <a:t>Integrating multiple models efficiently without performance lag.</a:t>
            </a:r>
          </a:p>
          <a:p>
            <a:pPr marL="457200" marR="0" lvl="0" indent="-45720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 Light" panose="020B0204020104020204" pitchFamily="34" charset="0"/>
              </a:rPr>
              <a:t>Model compatibility issues with input dimensions (RGB vs grayscale).</a:t>
            </a:r>
          </a:p>
          <a:p>
            <a:pPr marL="457200" marR="0" lvl="0" indent="-45720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 Light" panose="020B0204020104020204" pitchFamily="34" charset="0"/>
              </a:rPr>
              <a:t>Handling varying lighting conditions and face orientations in real-time.</a:t>
            </a:r>
          </a:p>
          <a:p>
            <a:pPr marL="457200" marR="0" lvl="0" indent="-45720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 Light" panose="020B0204020104020204" pitchFamily="34" charset="0"/>
              </a:rPr>
              <a:t>Ensuring predictions are accurate across different age groups and ethnicities.</a:t>
            </a:r>
          </a:p>
          <a:p>
            <a:pPr marL="457200" marR="0" lvl="0" indent="-45720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 Light" panose="020B0204020104020204" pitchFamily="34" charset="0"/>
              </a:rPr>
              <a:t>Deprecation warnings and API changes in TensorFlow and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 Extra Light" panose="020B0204020104020204" pitchFamily="34" charset="0"/>
              </a:rPr>
              <a:t>Keras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 Light" panose="020B0204020104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25939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35234-C141-9CAF-C6B3-06A431740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35468"/>
            <a:ext cx="9905998" cy="1676400"/>
          </a:xfrm>
        </p:spPr>
        <p:txBody>
          <a:bodyPr>
            <a:normAutofit/>
          </a:bodyPr>
          <a:lstStyle/>
          <a:p>
            <a:r>
              <a:rPr lang="en-US" sz="4000" dirty="0"/>
              <a:t>Next Step for This Project in Future</a:t>
            </a:r>
            <a:endParaRPr lang="en-IN" sz="40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9DC36D0-6845-BFAE-DB56-BD70F6DB9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692" y="2248852"/>
            <a:ext cx="10505440" cy="3252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 Light" panose="020B0204020104020204" pitchFamily="34" charset="0"/>
              </a:rPr>
              <a:t>Combine all three models into one optimized, multitask CNN.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 Light" panose="020B0204020104020204" pitchFamily="34" charset="0"/>
              </a:rPr>
              <a:t>Deploy the system on edge devices (like Raspberry Pi with a camera).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 Light" panose="020B0204020104020204" pitchFamily="34" charset="0"/>
              </a:rPr>
              <a:t>Train on larger, more diverse datasets for higher accuracy.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 Light" panose="020B0204020104020204" pitchFamily="34" charset="0"/>
              </a:rPr>
              <a:t>Add voice-based emotion recognition for multimodal analysis.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 Light" panose="020B0204020104020204" pitchFamily="34" charset="0"/>
              </a:rPr>
              <a:t>Develop a user-friendly GUI or web app for wider accessibility.</a:t>
            </a:r>
          </a:p>
        </p:txBody>
      </p:sp>
    </p:spTree>
    <p:extLst>
      <p:ext uri="{BB962C8B-B14F-4D97-AF65-F5344CB8AC3E}">
        <p14:creationId xmlns:p14="http://schemas.microsoft.com/office/powerpoint/2010/main" val="1858473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BDEEE-1904-83E3-3FBF-40E98D838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753412"/>
            <a:ext cx="9905998" cy="1905000"/>
          </a:xfrm>
        </p:spPr>
        <p:txBody>
          <a:bodyPr/>
          <a:lstStyle/>
          <a:p>
            <a:pPr algn="ctr"/>
            <a:r>
              <a:rPr lang="en-IN" sz="4000" dirty="0"/>
              <a:t>THANK YOU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6AD77A-43E2-7ABB-270C-24D47DA89667}"/>
              </a:ext>
            </a:extLst>
          </p:cNvPr>
          <p:cNvSpPr txBox="1"/>
          <p:nvPr/>
        </p:nvSpPr>
        <p:spPr>
          <a:xfrm>
            <a:off x="7290619" y="4199588"/>
            <a:ext cx="51865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Team Members</a:t>
            </a:r>
          </a:p>
          <a:p>
            <a:r>
              <a:rPr lang="en-IN" dirty="0"/>
              <a:t>Dhaarna Goyal- E23CSEU0106</a:t>
            </a:r>
          </a:p>
          <a:p>
            <a:r>
              <a:rPr lang="en-IN" dirty="0" err="1"/>
              <a:t>Hiyaa</a:t>
            </a:r>
            <a:r>
              <a:rPr lang="en-IN" dirty="0"/>
              <a:t>-                  E23CSEU0120</a:t>
            </a:r>
          </a:p>
          <a:p>
            <a:r>
              <a:rPr lang="en-IN" dirty="0"/>
              <a:t>Ujjwal Saini        - E23CSEU0102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E75A8B-919C-6F00-D187-5F92C43747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937" y="3216224"/>
            <a:ext cx="4682139" cy="311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087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59</TotalTime>
  <Words>328</Words>
  <Application>Microsoft Office PowerPoint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Abadi Extra Light</vt:lpstr>
      <vt:lpstr>Arial</vt:lpstr>
      <vt:lpstr>Bahnschrift Light</vt:lpstr>
      <vt:lpstr>Calibri</vt:lpstr>
      <vt:lpstr>Century Gothic</vt:lpstr>
      <vt:lpstr>Wingdings</vt:lpstr>
      <vt:lpstr>Mesh</vt:lpstr>
      <vt:lpstr>Team- Ai Visioners  Emotion age and gender detection</vt:lpstr>
      <vt:lpstr>Why need For this ?</vt:lpstr>
      <vt:lpstr>Our Mission with This Project</vt:lpstr>
      <vt:lpstr>How It Works</vt:lpstr>
      <vt:lpstr>Difficulties During Development</vt:lpstr>
      <vt:lpstr>Next Step for This Project in Future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Dhaarna Goyal</dc:creator>
  <cp:lastModifiedBy>Dhaarna Goyal</cp:lastModifiedBy>
  <cp:revision>1</cp:revision>
  <dcterms:created xsi:type="dcterms:W3CDTF">2025-04-30T03:12:16Z</dcterms:created>
  <dcterms:modified xsi:type="dcterms:W3CDTF">2025-04-30T04:11:54Z</dcterms:modified>
</cp:coreProperties>
</file>